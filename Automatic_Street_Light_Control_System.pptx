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_street_light_page_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2236470" y="2394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Siri Chandana</a:t>
            </a: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7275195" y="2394585"/>
            <a:ext cx="185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2620030346</a:t>
            </a:r>
            <a:endParaRPr lang="en-US" altLang="en-US"/>
          </a:p>
        </p:txBody>
      </p:sp>
      <p:sp>
        <p:nvSpPr>
          <p:cNvPr id="5" name="Text Box 4"/>
          <p:cNvSpPr txBox="1"/>
          <p:nvPr/>
        </p:nvSpPr>
        <p:spPr>
          <a:xfrm>
            <a:off x="7277735" y="3060700"/>
            <a:ext cx="185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2620030347</a:t>
            </a:r>
            <a:endParaRPr lang="en-US" altLang="en-US"/>
          </a:p>
        </p:txBody>
      </p:sp>
      <p:sp>
        <p:nvSpPr>
          <p:cNvPr id="6" name="Text Box 5"/>
          <p:cNvSpPr txBox="1"/>
          <p:nvPr/>
        </p:nvSpPr>
        <p:spPr>
          <a:xfrm>
            <a:off x="7275195" y="3726815"/>
            <a:ext cx="185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2620030428</a:t>
            </a:r>
            <a:endParaRPr lang="en-US" altLang="en-US"/>
          </a:p>
        </p:txBody>
      </p:sp>
      <p:sp>
        <p:nvSpPr>
          <p:cNvPr id="7" name="Text Box 6"/>
          <p:cNvSpPr txBox="1"/>
          <p:nvPr/>
        </p:nvSpPr>
        <p:spPr>
          <a:xfrm>
            <a:off x="7277735" y="4392930"/>
            <a:ext cx="185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2620030661</a:t>
            </a:r>
            <a:endParaRPr lang="en-US" altLang="en-US"/>
          </a:p>
        </p:txBody>
      </p:sp>
      <p:sp>
        <p:nvSpPr>
          <p:cNvPr id="8" name="Text Box 7"/>
          <p:cNvSpPr txBox="1"/>
          <p:nvPr/>
        </p:nvSpPr>
        <p:spPr>
          <a:xfrm>
            <a:off x="7277735" y="5059045"/>
            <a:ext cx="18599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2620030342</a:t>
            </a:r>
            <a:endParaRPr lang="en-US" altLang="en-US"/>
          </a:p>
        </p:txBody>
      </p:sp>
      <p:sp>
        <p:nvSpPr>
          <p:cNvPr id="9" name="Text Box 8"/>
          <p:cNvSpPr txBox="1"/>
          <p:nvPr/>
        </p:nvSpPr>
        <p:spPr>
          <a:xfrm>
            <a:off x="2236470" y="30492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Saikam Nandhini</a:t>
            </a:r>
            <a:endParaRPr lang="en-US" altLang="en-US"/>
          </a:p>
        </p:txBody>
      </p:sp>
      <p:sp>
        <p:nvSpPr>
          <p:cNvPr id="10" name="Text Box 9"/>
          <p:cNvSpPr txBox="1"/>
          <p:nvPr/>
        </p:nvSpPr>
        <p:spPr>
          <a:xfrm>
            <a:off x="2236470" y="37115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Wafa Mehajabeen</a:t>
            </a:r>
            <a:endParaRPr lang="en-US"/>
          </a:p>
        </p:txBody>
      </p:sp>
      <p:sp>
        <p:nvSpPr>
          <p:cNvPr id="11" name="Text Box 10"/>
          <p:cNvSpPr txBox="1"/>
          <p:nvPr/>
        </p:nvSpPr>
        <p:spPr>
          <a:xfrm>
            <a:off x="2236470" y="4373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Ande Keerthan</a:t>
            </a:r>
            <a:endParaRPr lang="en-US" altLang="en-US"/>
          </a:p>
        </p:txBody>
      </p:sp>
      <p:sp>
        <p:nvSpPr>
          <p:cNvPr id="12" name="Text Box 11"/>
          <p:cNvSpPr txBox="1"/>
          <p:nvPr/>
        </p:nvSpPr>
        <p:spPr>
          <a:xfrm>
            <a:off x="2236470" y="50285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Anirudh Varma</a:t>
            </a:r>
            <a:endParaRPr lang="en-US"/>
          </a:p>
        </p:txBody>
      </p:sp>
      <p:sp>
        <p:nvSpPr>
          <p:cNvPr id="13" name="Text Box 12"/>
          <p:cNvSpPr txBox="1"/>
          <p:nvPr/>
        </p:nvSpPr>
        <p:spPr>
          <a:xfrm>
            <a:off x="9908540" y="239458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14" name="Text Box 13"/>
          <p:cNvSpPr txBox="1"/>
          <p:nvPr/>
        </p:nvSpPr>
        <p:spPr>
          <a:xfrm>
            <a:off x="9908540" y="306070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9908540" y="3726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9908540" y="43745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endParaRPr lang="en-US"/>
          </a:p>
        </p:txBody>
      </p:sp>
      <p:sp>
        <p:nvSpPr>
          <p:cNvPr id="17" name="Text Box 16"/>
          <p:cNvSpPr txBox="1"/>
          <p:nvPr/>
        </p:nvSpPr>
        <p:spPr>
          <a:xfrm>
            <a:off x="9908540" y="49320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2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</Words>
  <Application>WPS Docs</Application>
  <PresentationFormat>On-screen Show (4:3)</PresentationFormat>
  <Paragraphs>30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1" baseType="lpstr">
      <vt:lpstr>Arial</vt:lpstr>
      <vt:lpstr>SimSun</vt:lpstr>
      <vt:lpstr>Wingdings</vt:lpstr>
      <vt:lpstr>Arial</vt:lpstr>
      <vt:lpstr>Microsoft YaHei</vt:lpstr>
      <vt:lpstr>汉仪旗黑</vt:lpstr>
      <vt:lpstr>Arial Unicode MS</vt:lpstr>
      <vt:lpstr>Calibri</vt:lpstr>
      <vt:lpstr>Helvetica Neue</vt:lpstr>
      <vt:lpstr>宋体-简</vt:lpstr>
      <vt:lpstr>Helvetica Neue Regular</vt:lpstr>
      <vt:lpstr>Helvetica Neue Italic</vt:lpstr>
      <vt:lpstr>Helvetica Neue UltraLight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Keerthan Ande</cp:lastModifiedBy>
  <cp:revision>4</cp:revision>
  <dcterms:created xsi:type="dcterms:W3CDTF">2026-10-15T05:56:00Z</dcterms:created>
  <dcterms:modified xsi:type="dcterms:W3CDTF">2026-10-15T05:56:00Z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60519DC3151A6B5AF06AD06A4B4364E4_43</vt:lpwstr>
  </property>
  <property fmtid="{D5CDD505-2E9C-101B-9397-08002B2CF9AE}" pid="3" name="KSOProductBuildVer">
    <vt:lpwstr>1033-12.1.28496.28496</vt:lpwstr>
  </property>
</Properties>
</file>