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57" r:id="rId4"/>
    <p:sldId id="258" r:id="rId5"/>
    <p:sldId id="263" r:id="rId6"/>
    <p:sldId id="262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8" d="100"/>
          <a:sy n="98" d="100"/>
        </p:scale>
        <p:origin x="82" y="139"/>
      </p:cViewPr>
      <p:guideLst>
        <p:guide orient="horz" pos="214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5F8FF"/>
                </a:solidFill>
              </a:defRPr>
            </a:pPr>
            <a:r>
              <a:t>HALF ADDER &amp; FULL ADDER</a:t>
            </a:r>
          </a:p>
          <a:p>
            <a:pPr algn="ctr">
              <a:defRPr sz="2200">
                <a:solidFill>
                  <a:srgbClr val="FFBE46"/>
                </a:solidFill>
              </a:defRPr>
            </a:pPr>
            <a:r>
              <a:t>Digital Logic Design using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rPr lang="en-US" dirty="0">
                <a:solidFill>
                  <a:srgbClr val="CADCFC"/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                     Half Adder   |   Full Adder   |   Truth Tables   |   Logisim Simulation</a:t>
            </a:r>
          </a:p>
        </p:txBody>
      </p:sp>
      <p:sp>
        <p:nvSpPr>
          <p:cNvPr id="7" name="Shape 5"/>
          <p:cNvSpPr/>
          <p:nvPr/>
        </p:nvSpPr>
        <p:spPr>
          <a:xfrm>
            <a:off x="5271516" y="4709160"/>
            <a:ext cx="164592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98932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KLH-FED-2026-Section-2--Batch-8</a:t>
            </a:r>
            <a:endParaRPr lang="en-US" sz="1200" dirty="0"/>
          </a:p>
        </p:txBody>
      </p:sp>
      <p:sp>
        <p:nvSpPr>
          <p:cNvPr id="10" name="Text Box 9"/>
          <p:cNvSpPr txBox="1"/>
          <p:nvPr/>
        </p:nvSpPr>
        <p:spPr>
          <a:xfrm>
            <a:off x="2846070" y="6309360"/>
            <a:ext cx="80727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FB3E8"/>
                </a:solidFill>
                <a:latin typeface="Calibri" charset="0"/>
                <a:ea typeface="Calibri" pitchFamily="34" charset="-122"/>
                <a:cs typeface="Calibri" pitchFamily="34" charset="-120"/>
                <a:sym typeface="+mn-ea"/>
              </a:rPr>
              <a:t>            github.com/Keerthan858/KLH-FED-2026-Section-2--Batch-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11" y="411637"/>
            <a:ext cx="11091094" cy="3200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11" y="713373"/>
            <a:ext cx="11091094" cy="7314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Members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11" y="1920319"/>
            <a:ext cx="11091094" cy="96007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17" y="2144335"/>
            <a:ext cx="1737270" cy="512037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6" name="Text 4"/>
          <p:cNvSpPr txBox="1"/>
          <p:nvPr/>
        </p:nvSpPr>
        <p:spPr>
          <a:xfrm>
            <a:off x="822917" y="2144335"/>
            <a:ext cx="1737270" cy="512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2620030661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834492" y="1920319"/>
            <a:ext cx="8530908" cy="960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Ande Keerthan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11" y="3017541"/>
            <a:ext cx="11091094" cy="96007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17" y="3241558"/>
            <a:ext cx="1737270" cy="512037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0" name="Text 8"/>
          <p:cNvSpPr txBox="1"/>
          <p:nvPr/>
        </p:nvSpPr>
        <p:spPr>
          <a:xfrm>
            <a:off x="822917" y="3241558"/>
            <a:ext cx="1737270" cy="512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2620030342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34492" y="3017541"/>
            <a:ext cx="8530908" cy="960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Pothuri Nagasai Anirudh Varma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11" y="4114764"/>
            <a:ext cx="11091094" cy="96007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17" y="4338781"/>
            <a:ext cx="1737270" cy="512037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4" name="Text 12"/>
          <p:cNvSpPr txBox="1"/>
          <p:nvPr/>
        </p:nvSpPr>
        <p:spPr>
          <a:xfrm>
            <a:off x="822917" y="4338781"/>
            <a:ext cx="1737270" cy="512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2620030346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34492" y="4114764"/>
            <a:ext cx="8530908" cy="960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Chinthapalli Siri Chandana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11" y="5211987"/>
            <a:ext cx="11091094" cy="96007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17" y="5436003"/>
            <a:ext cx="1737270" cy="512037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8" name="Text 16"/>
          <p:cNvSpPr txBox="1"/>
          <p:nvPr/>
        </p:nvSpPr>
        <p:spPr>
          <a:xfrm>
            <a:off x="822917" y="5436003"/>
            <a:ext cx="1737270" cy="512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2620030347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834492" y="5211987"/>
            <a:ext cx="8530908" cy="960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Saikam Nandhini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1548270" y="6446363"/>
            <a:ext cx="365741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11" y="6446363"/>
            <a:ext cx="5486114" cy="2743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Half Adder &amp; Full Adder Using Logisim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1. What is a Binary Adder?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A combinational circuit that adds binary numbers.</a:t>
            </a:r>
          </a:p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SUM is the result bit; CARRY is the overflow.</a:t>
            </a:r>
          </a:p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A core building block of ALUs, CPUs and calculators.</a:t>
            </a:r>
          </a:p>
          <a:p>
            <a:pPr>
              <a:spcAft>
                <a:spcPts val="1400"/>
              </a:spcAft>
              <a:defRPr sz="2200">
                <a:solidFill>
                  <a:srgbClr val="F5F8FF"/>
                </a:solidFill>
              </a:defRPr>
            </a:pPr>
            <a:r>
              <a:t>Two common circuits: Half Adder and Full Adder.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t>2. Half 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953" y="6400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C8E1"/>
                </a:solidFill>
              </a:defRPr>
            </a:pPr>
            <a:r>
              <a:t>Adds two 1-bit binary inputs: A and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380" y="1829435"/>
            <a:ext cx="5000625" cy="3158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</a:defRPr>
            </a:pPr>
            <a:r>
              <a:rPr lang="en-US" sz="1800"/>
              <a:t>Half Adder is a simple circuit that adds two single bit binary numbers.</a:t>
            </a:r>
            <a:endParaRPr sz="1800"/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</a:defRPr>
            </a:pPr>
            <a:endParaRPr sz="1800"/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</a:defRPr>
            </a:pPr>
            <a:r>
              <a:t>Inputs: A, B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</a:defRPr>
            </a:pPr>
            <a:r>
              <a:t>Outputs: Sum (S), Carry (C)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</a:defRPr>
            </a:pPr>
            <a:r>
              <a:t>SUM is produced by XOR:  S = A ⊕ B</a:t>
            </a:r>
          </a:p>
          <a:p>
            <a:pPr>
              <a:spcAft>
                <a:spcPts val="1400"/>
              </a:spcAft>
              <a:defRPr sz="2100">
                <a:solidFill>
                  <a:srgbClr val="F5F8FF"/>
                </a:solidFill>
              </a:defRPr>
            </a:pPr>
            <a:r>
              <a:t>CARRY is produced by AND:  C = A ·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611620" y="2697480"/>
          <a:ext cx="5001260" cy="3265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F8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F8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F8FF"/>
                          </a:solidFill>
                        </a:defRPr>
                      </a:pPr>
                      <a:r>
                        <a:t>SUM (A⊕B)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5F8FF"/>
                          </a:solidFill>
                        </a:defRPr>
                      </a:pPr>
                      <a:r>
                        <a:t>CARRY (A·B)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715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 descr="telegram-cloud-photo-size-5-6107289074117840998-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370" y="182880"/>
            <a:ext cx="341376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667512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6122035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6668135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rPr lang="en-US"/>
              <a:t>3</a:t>
            </a:r>
            <a:r>
              <a:t>. Full Adder using Two Half Adders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26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C8E1"/>
                </a:solidFill>
              </a:defRPr>
            </a:pPr>
            <a:r>
              <a:t>Two Half Adders + one OR gate — modular, easy to build, test and expand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8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6685280" y="2310765"/>
            <a:ext cx="6096635" cy="26631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rPr lang="en-US" sz="1400"/>
              <a:t>A full Adder is an advanced circuit that adds three single bit binary numbers.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Inputs: A, B, Cin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Outputs: SUM and Carry-Out (Cout)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SUM = A ⊕ B ⊕ Cin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Cout = AB + Cin(A ⊕ B)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r>
              <a:t>Built from two Half Adders + one OR gate.</a:t>
            </a:r>
          </a:p>
          <a:p>
            <a:pPr>
              <a:spcAft>
                <a:spcPts val="1400"/>
              </a:spcAft>
              <a:defRPr sz="2000">
                <a:solidFill>
                  <a:srgbClr val="F5F8FF"/>
                </a:solidFill>
              </a:defRPr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D10BA9-1B10-1B74-ADFC-9C6474F8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08" y="2029167"/>
            <a:ext cx="5545092" cy="3226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4636135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F"/>
                </a:solidFill>
              </a:defRPr>
            </a:pPr>
            <a:r>
              <a:rPr lang="en-US"/>
              <a:t>4</a:t>
            </a:r>
            <a:r>
              <a:t>. Full Adder Truth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325880"/>
          <a:ext cx="102412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F8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F8FF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F8FF"/>
                          </a:solidFill>
                        </a:defRPr>
                      </a:pPr>
                      <a:r>
                        <a:t>Cin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F8FF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F8FF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48B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F5F8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698480" y="-365760"/>
            <a:ext cx="2011680" cy="2011680"/>
          </a:xfrm>
          <a:prstGeom prst="ellipse">
            <a:avLst/>
          </a:prstGeom>
          <a:solidFill>
            <a:srgbClr val="48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064240" y="5669280"/>
            <a:ext cx="1463040" cy="1463040"/>
          </a:xfrm>
          <a:prstGeom prst="ellipse">
            <a:avLst/>
          </a:prstGeom>
          <a:solidFill>
            <a:srgbClr val="FFB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303520"/>
            <a:ext cx="1645920" cy="1645920"/>
          </a:xfrm>
          <a:prstGeom prst="ellipse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F8FF"/>
                </a:solidFill>
              </a:defRPr>
            </a:pPr>
            <a:r>
              <a:t>THANK YOU</a:t>
            </a:r>
          </a:p>
          <a:p>
            <a:pPr algn="ctr">
              <a:defRPr sz="2800">
                <a:solidFill>
                  <a:srgbClr val="FFBE46"/>
                </a:solidFill>
              </a:defRPr>
            </a:pPr>
            <a:r>
              <a:t>Questions?</a:t>
            </a:r>
          </a:p>
          <a:p>
            <a:pPr algn="ctr">
              <a:defRPr sz="1800">
                <a:solidFill>
                  <a:srgbClr val="BEC8E1"/>
                </a:solidFill>
              </a:defRPr>
            </a:pPr>
            <a:r>
              <a:t>Half Adder • Full Adder •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EC8E1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93*252"/>
  <p:tag name="TABLE_ENDDRAG_RECT" val="108*129*393*252"/>
</p:tagLst>
</file>

<file path=ppt/theme/theme1.xml><?xml version="1.0" encoding="utf-8"?>
<a:theme xmlns:a="http://schemas.openxmlformats.org/drawingml/2006/main" name="Office Them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Widescreen</PresentationFormat>
  <Paragraphs>113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Anirudh varma</dc:creator>
  <dc:description>generated using python-pptx</dc:description>
  <cp:lastModifiedBy>Anirudh varma</cp:lastModifiedBy>
  <cp:revision>6</cp:revision>
  <dcterms:created xsi:type="dcterms:W3CDTF">2026-09-12T08:47:07Z</dcterms:created>
  <dcterms:modified xsi:type="dcterms:W3CDTF">2026-09-12T09:12:50Z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1033-12.1.28492.28492</vt:lpwstr>
  </property>
  <property fmtid="{D5CDD505-2E9C-101B-9397-08002B2CF9AE}" pid="3" name="ICV">
    <vt:lpwstr>F81A6D21F790E12B2BB4976A994DFF16_43</vt:lpwstr>
  </property>
</Properties>
</file>