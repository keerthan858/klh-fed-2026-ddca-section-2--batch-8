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56" r:id="rId2"/>
    <p:sldId id="273" r:id="rId3"/>
    <p:sldId id="257" r:id="rId4"/>
    <p:sldId id="258" r:id="rId5"/>
    <p:sldId id="263" r:id="rId6"/>
    <p:sldId id="262" r:id="rId7"/>
    <p:sldId id="267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98" d="100"/>
          <a:sy n="98" d="100"/>
        </p:scale>
        <p:origin x="82" y="187"/>
      </p:cViewPr>
      <p:guideLst>
        <p:guide orient="horz" pos="214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5F8FF"/>
                </a:solidFill>
              </a:defRPr>
            </a:pPr>
            <a:r>
              <a:t>HALF ADDER &amp; FULL ADDER</a:t>
            </a:r>
          </a:p>
          <a:p>
            <a:pPr algn="ctr">
              <a:defRPr sz="2200">
                <a:solidFill>
                  <a:srgbClr val="FFBE46"/>
                </a:solidFill>
              </a:defRPr>
            </a:pPr>
            <a:r>
              <a:t>Digital Logic Design using Logisim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rPr lang="en-US" dirty="0">
                <a:solidFill>
                  <a:srgbClr val="CADCFC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                     Half Adder   |   Full Adder   |   Truth Tables   |   Logisim Simulation</a:t>
            </a:r>
          </a:p>
        </p:txBody>
      </p:sp>
      <p:sp>
        <p:nvSpPr>
          <p:cNvPr id="7" name="Shape 5"/>
          <p:cNvSpPr/>
          <p:nvPr/>
        </p:nvSpPr>
        <p:spPr>
          <a:xfrm>
            <a:off x="5271516" y="4709160"/>
            <a:ext cx="164592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KLH-FED-2026-Section-2--Batch-8</a:t>
            </a:r>
            <a:endParaRPr lang="en-US" sz="1200" dirty="0"/>
          </a:p>
        </p:txBody>
      </p:sp>
      <p:sp>
        <p:nvSpPr>
          <p:cNvPr id="10" name="Text Box 9"/>
          <p:cNvSpPr txBox="1"/>
          <p:nvPr/>
        </p:nvSpPr>
        <p:spPr>
          <a:xfrm>
            <a:off x="2846070" y="6309360"/>
            <a:ext cx="807275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9FB3E8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            github.com/Keerthan858/KLH-FED-2026-Section-2--Batch-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14">
            <a:extLst>
              <a:ext uri="{FF2B5EF4-FFF2-40B4-BE49-F238E27FC236}">
                <a16:creationId xmlns:a16="http://schemas.microsoft.com/office/drawing/2014/main" id="{908E4234-B502-0CE6-7575-FD093F4D0986}"/>
              </a:ext>
            </a:extLst>
          </p:cNvPr>
          <p:cNvSpPr/>
          <p:nvPr/>
        </p:nvSpPr>
        <p:spPr>
          <a:xfrm>
            <a:off x="332081" y="5824606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  <p:txBody>
          <a:bodyPr/>
          <a:lstStyle/>
          <a:p>
            <a:r>
              <a:rPr lang="en-US" dirty="0"/>
              <a:t>                                              </a:t>
            </a:r>
          </a:p>
          <a:p>
            <a:r>
              <a:rPr lang="en-US" dirty="0"/>
              <a:t>		                       </a:t>
            </a:r>
            <a:r>
              <a:rPr lang="en-US" b="1" dirty="0"/>
              <a:t>Wafa </a:t>
            </a:r>
            <a:r>
              <a:rPr lang="en-US" b="1" dirty="0" err="1"/>
              <a:t>Mehajabeen</a:t>
            </a:r>
            <a:endParaRPr lang="en-US" b="1" dirty="0"/>
          </a:p>
        </p:txBody>
      </p:sp>
      <p:sp>
        <p:nvSpPr>
          <p:cNvPr id="2" name="Text 0"/>
          <p:cNvSpPr txBox="1"/>
          <p:nvPr/>
        </p:nvSpPr>
        <p:spPr>
          <a:xfrm>
            <a:off x="548611" y="411637"/>
            <a:ext cx="11091094" cy="3200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E276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5602" y="651654"/>
            <a:ext cx="11091094" cy="7314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Members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9780" y="1389994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4086" y="1694017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6" name="Text 4"/>
          <p:cNvSpPr txBox="1"/>
          <p:nvPr/>
        </p:nvSpPr>
        <p:spPr>
          <a:xfrm>
            <a:off x="604086" y="1694017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2620030661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1578" y="1399137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Ande Keerthan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32081" y="2514648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7719" y="2720376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10" name="Text 8"/>
          <p:cNvSpPr txBox="1"/>
          <p:nvPr/>
        </p:nvSpPr>
        <p:spPr>
          <a:xfrm>
            <a:off x="647719" y="2756952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1578" y="2505505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Pothuri Nagasai Anirudh Varma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29780" y="3630159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4086" y="3831314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14" name="Text 12"/>
          <p:cNvSpPr txBox="1"/>
          <p:nvPr/>
        </p:nvSpPr>
        <p:spPr>
          <a:xfrm>
            <a:off x="604086" y="3817598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60187" y="3584441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Chinthapalli Siri Chandana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332081" y="4709095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0287" y="4889907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 txBox="1"/>
          <p:nvPr/>
        </p:nvSpPr>
        <p:spPr>
          <a:xfrm>
            <a:off x="711602" y="4871785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560187" y="4695380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 err="1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Saikam</a:t>
            </a: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Nandhini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1548270" y="6446363"/>
            <a:ext cx="365741" cy="2743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11" y="6446363"/>
            <a:ext cx="5486114" cy="2743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CDBA39CA-62E7-545C-045A-86BC5B97E83B}"/>
              </a:ext>
            </a:extLst>
          </p:cNvPr>
          <p:cNvSpPr txBox="1"/>
          <p:nvPr/>
        </p:nvSpPr>
        <p:spPr>
          <a:xfrm>
            <a:off x="488972" y="4990651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1DD24B5B-EEB5-7971-6B9B-BC8E01E872D3}"/>
              </a:ext>
            </a:extLst>
          </p:cNvPr>
          <p:cNvSpPr/>
          <p:nvPr/>
        </p:nvSpPr>
        <p:spPr>
          <a:xfrm>
            <a:off x="548611" y="6009889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38077100-EDFB-CD57-B9EC-84F3ED273409}"/>
              </a:ext>
            </a:extLst>
          </p:cNvPr>
          <p:cNvSpPr txBox="1"/>
          <p:nvPr/>
        </p:nvSpPr>
        <p:spPr>
          <a:xfrm>
            <a:off x="505602" y="6023701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2620030428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1. What is a Binary Adder?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A combinational circuit that adds binary numbers.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SUM is the result bit; CARRY is the overflow.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A core building block of ALUs, CPUs and calculators.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Two common circuits: Half Adder and Full Adder.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2. Half 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953" y="6400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EC8E1"/>
                </a:solidFill>
              </a:defRPr>
            </a:pPr>
            <a:r>
              <a:t>Adds two 1-bit binary inputs: A and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380" y="1829435"/>
            <a:ext cx="5000625" cy="3158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rPr lang="en-US" sz="1800"/>
              <a:t>Half Adder is a simple circuit that adds two single bit binary numbers.</a:t>
            </a:r>
            <a:endParaRPr sz="1800"/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endParaRPr sz="1800"/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Inputs: A, B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Outputs: Sum (S), Carry (C)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SUM is produced by XOR:  S = A ⊕ B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CARRY is produced by AND:  C = A ·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611620" y="2697480"/>
          <a:ext cx="5001260" cy="3265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0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8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0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SUM (A⊕B)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CARRY (A·B)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4" name="Picture 3" descr="telegram-cloud-photo-size-5-6107289074117840998-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370" y="182880"/>
            <a:ext cx="341376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247120" y="667512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457200" y="6122035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666813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rPr lang="en-US"/>
              <a:t>3</a:t>
            </a:r>
            <a:r>
              <a:t>. Full Adder using Two Half Adders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266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EC8E1"/>
                </a:solidFill>
              </a:defRPr>
            </a:pPr>
            <a:r>
              <a:t>Two Half Adders + one OR gate — modular, easy to build, test and expand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8</a:t>
            </a:r>
          </a:p>
        </p:txBody>
      </p:sp>
      <p:sp>
        <p:nvSpPr>
          <p:cNvPr id="8" name="TextBox 6"/>
          <p:cNvSpPr txBox="1"/>
          <p:nvPr/>
        </p:nvSpPr>
        <p:spPr>
          <a:xfrm>
            <a:off x="6685280" y="2310765"/>
            <a:ext cx="6096635" cy="26631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rPr lang="en-US" sz="1400"/>
              <a:t>A full Adder is an advanced circuit that adds three single bit binary numbers.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Inputs: A, B, Cin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Outputs: SUM and Carry-Out (Cout)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SUM = A ⊕ B ⊕ Cin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Cout = AB + Cin(A ⊕ B)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Built from two Half Adders + one OR gate.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D10BA9-1B10-1B74-ADFC-9C6474F8F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908" y="2029167"/>
            <a:ext cx="5545092" cy="32263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463613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rPr lang="en-US"/>
              <a:t>4</a:t>
            </a:r>
            <a:r>
              <a:t>. Full Adder Truth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25880"/>
          <a:ext cx="102412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Cin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SUM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Cout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5F8FF"/>
                </a:solidFill>
              </a:defRPr>
            </a:pPr>
            <a:r>
              <a:t>THANK YOU</a:t>
            </a:r>
          </a:p>
          <a:p>
            <a:pPr algn="ctr">
              <a:defRPr sz="2800">
                <a:solidFill>
                  <a:srgbClr val="FFBE46"/>
                </a:solidFill>
              </a:defRPr>
            </a:pPr>
            <a:r>
              <a:t>Questions?</a:t>
            </a:r>
          </a:p>
          <a:p>
            <a:pPr algn="ctr">
              <a:defRPr sz="1800">
                <a:solidFill>
                  <a:srgbClr val="BEC8E1"/>
                </a:solidFill>
              </a:defRPr>
            </a:pPr>
            <a:r>
              <a:t>Half Adder • Full Adder • Logisim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93*252"/>
  <p:tag name="TABLE_ENDDRAG_RECT" val="108*129*393*252"/>
</p:tagLst>
</file>

<file path=ppt/theme/theme1.xml><?xml version="1.0" encoding="utf-8"?>
<a:theme xmlns:a="http://schemas.openxmlformats.org/drawingml/2006/main" name="Office Theme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353</Words>
  <Application>Microsoft Office PowerPoint</Application>
  <PresentationFormat>Widescreen</PresentationFormat>
  <Paragraphs>115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Anirudh varma</dc:creator>
  <dc:description>generated using python-pptx</dc:description>
  <cp:lastModifiedBy>Anirudh varma</cp:lastModifiedBy>
  <cp:revision>7</cp:revision>
  <dcterms:created xsi:type="dcterms:W3CDTF">2026-09-12T08:47:07Z</dcterms:created>
  <dcterms:modified xsi:type="dcterms:W3CDTF">2026-09-12T09:45:38Z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1033-12.1.28492.28492</vt:lpwstr>
  </property>
  <property fmtid="{D5CDD505-2E9C-101B-9397-08002B2CF9AE}" pid="3" name="ICV">
    <vt:lpwstr>F81A6D21F790E12B2BB4976A994DFF16_43</vt:lpwstr>
  </property>
</Properties>
</file>