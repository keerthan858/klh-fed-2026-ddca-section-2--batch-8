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73" r:id="rId4"/>
    <p:sldId id="257" r:id="rId6"/>
    <p:sldId id="258" r:id="rId7"/>
    <p:sldId id="263" r:id="rId8"/>
    <p:sldId id="262" r:id="rId9"/>
    <p:sldId id="267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5F8FF"/>
                </a:solidFill>
              </a:defRPr>
            </a:pPr>
            <a:r>
              <a:t>HALF ADDER &amp; FULL ADDER</a:t>
            </a:r>
          </a:p>
          <a:p>
            <a:pPr algn="ctr">
              <a:defRPr sz="2200">
                <a:solidFill>
                  <a:srgbClr val="FFBE46"/>
                </a:solidFill>
              </a:defRPr>
            </a:pPr>
            <a:r>
              <a:t>Digital Logic Design using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         Half Adder   |   Full Adder   |   Truth Tables   |   Logisim Simulation</a:t>
            </a:r>
            <a:endParaRPr lang="en-US" dirty="0">
              <a:solidFill>
                <a:srgbClr val="CADCFC"/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271516" y="4709160"/>
            <a:ext cx="164592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KLH-FED-2026-Section-2--Batch-8</a:t>
            </a:r>
            <a:endParaRPr lang="en-US" sz="1200" dirty="0"/>
          </a:p>
        </p:txBody>
      </p:sp>
      <p:sp>
        <p:nvSpPr>
          <p:cNvPr id="10" name="Text Box 9"/>
          <p:cNvSpPr txBox="1"/>
          <p:nvPr/>
        </p:nvSpPr>
        <p:spPr>
          <a:xfrm>
            <a:off x="2846070" y="6309360"/>
            <a:ext cx="80727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dirty="0">
                <a:solidFill>
                  <a:srgbClr val="9FB3E8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github.com/Keerthan858/KLH-FED-2026-Section-2--Batch-</a:t>
            </a:r>
            <a:endParaRPr lang="en-US" sz="1600" dirty="0">
              <a:solidFill>
                <a:srgbClr val="9FB3E8"/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11" y="411637"/>
            <a:ext cx="11091094" cy="3200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76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11" y="713373"/>
            <a:ext cx="11091094" cy="7314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11" y="1920319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17" y="2144335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6" name="Text 4"/>
          <p:cNvSpPr txBox="1"/>
          <p:nvPr/>
        </p:nvSpPr>
        <p:spPr>
          <a:xfrm>
            <a:off x="822917" y="2144335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2620030661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834492" y="1920319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Ande Keerthan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11" y="3017541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17" y="3241558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0" name="Text 8"/>
          <p:cNvSpPr txBox="1"/>
          <p:nvPr/>
        </p:nvSpPr>
        <p:spPr>
          <a:xfrm>
            <a:off x="822917" y="3241558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492" y="3017541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Pothuri Nagasai Anirudh Varma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11" y="4114764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17" y="4338781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4" name="Text 12"/>
          <p:cNvSpPr txBox="1"/>
          <p:nvPr/>
        </p:nvSpPr>
        <p:spPr>
          <a:xfrm>
            <a:off x="822917" y="4338781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34492" y="4114764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Chinthapalli Siri Chandana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11" y="5211987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17" y="5436003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8" name="Text 16"/>
          <p:cNvSpPr txBox="1"/>
          <p:nvPr/>
        </p:nvSpPr>
        <p:spPr>
          <a:xfrm>
            <a:off x="822917" y="5436003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834492" y="5211987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Saikam Nandhini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1548270" y="6446363"/>
            <a:ext cx="365741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11" y="6446363"/>
            <a:ext cx="5486114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Half Adder &amp; Full Adder Using Logisim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1. What is a Binary Adder?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combinational circuit that adds binary numbers.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SUM is the result bit; CARRY is the overflow.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core building block of ALUs, CPUs and calculators.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Two common circuits: Half Adder and Full Adder.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2. Half 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3" y="6400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Adds two 1-bit binary inputs: A and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80" y="1829435"/>
            <a:ext cx="5000625" cy="3158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rPr lang="en-US" sz="1800"/>
              <a:t>Half Adder is a simple circuit that adds two single bit binary numbers.</a:t>
            </a:r>
            <a:endParaRPr sz="1800"/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Inputs: A,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Outputs: Sum (S), Carry (C)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SUM is produced by XOR:  S = A ⊕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CARRY is produced by AND:  C = A ·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611620" y="2697480"/>
          <a:ext cx="5001260" cy="3265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315"/>
                <a:gridCol w="1261745"/>
                <a:gridCol w="1238885"/>
                <a:gridCol w="1250315"/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SUM (A⊕B)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CARRY (A·B)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0715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telegram-cloud-photo-size-5-6107289074117840998-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370" y="182880"/>
            <a:ext cx="341376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47120" y="667512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6122035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666813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rPr lang="en-US"/>
              <a:t>3</a:t>
            </a:r>
            <a:r>
              <a:t>. Full Adder using Two Half Adders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266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Two Half Adders + one OR gate — modular, easy to build, test and expand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8</a:t>
            </a:r>
          </a:p>
        </p:txBody>
      </p:sp>
      <p:sp>
        <p:nvSpPr>
          <p:cNvPr id="8" name="TextBox 6"/>
          <p:cNvSpPr txBox="1"/>
          <p:nvPr/>
        </p:nvSpPr>
        <p:spPr>
          <a:xfrm>
            <a:off x="6685280" y="2310765"/>
            <a:ext cx="6096635" cy="26631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sz="1400"/>
              <a:t>A full Adder is an advanced circuit that adds three single bit binary numbers.</a:t>
            </a:r>
            <a:endParaRPr lang="en-US" sz="1400"/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Inputs: A, B,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Outputs: SUM and Carry-Out (Cout)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SUM = A ⊕ B ⊕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Cout = AB + Cin(A ⊕ B)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Built from two Half Adders + one OR gate.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</a:p>
        </p:txBody>
      </p:sp>
      <p:pic>
        <p:nvPicPr>
          <p:cNvPr id="12" name="Picture 11" descr="telegram-cloud-photo-size-5-6107289074117840999-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175" y="2080260"/>
            <a:ext cx="5979795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463613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rPr lang="en-US"/>
              <a:t>4</a:t>
            </a:r>
            <a:r>
              <a:t>. Full Adder Truth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25880"/>
          <a:ext cx="102412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2048256"/>
                <a:gridCol w="2048256"/>
                <a:gridCol w="2048256"/>
                <a:gridCol w="2048256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Cin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SUM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Cout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5F8FF"/>
                </a:solidFill>
              </a:defRPr>
            </a:pPr>
            <a:r>
              <a:t>THANK YOU</a:t>
            </a:r>
          </a:p>
          <a:p>
            <a:pPr algn="ctr">
              <a:defRPr sz="2800">
                <a:solidFill>
                  <a:srgbClr val="FFBE46"/>
                </a:solidFill>
              </a:defRPr>
            </a:pPr>
            <a:r>
              <a:t>Questions?</a:t>
            </a:r>
          </a:p>
          <a:p>
            <a:pPr algn="ctr">
              <a:defRPr sz="1800">
                <a:solidFill>
                  <a:srgbClr val="BEC8E1"/>
                </a:solidFill>
              </a:defRPr>
            </a:pPr>
            <a:r>
              <a:t>Half Adder • Full Adder •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93*252"/>
  <p:tag name="TABLE_ENDDRAG_RECT" val="108*129*393*252"/>
</p:tagLst>
</file>

<file path=ppt/theme/theme1.xml><?xml version="1.0" encoding="utf-8"?>
<a:theme xmlns:a="http://schemas.openxmlformats.org/drawingml/2006/main" name="Office Theme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1359</Words>
  <Application>WPS Presentation</Application>
  <PresentationFormat>On-screen Show (4:3)</PresentationFormat>
  <Paragraphs>209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5" baseType="lpstr">
      <vt:lpstr>Arial</vt:lpstr>
      <vt:lpstr>SimSun</vt:lpstr>
      <vt:lpstr>Wingdings</vt:lpstr>
      <vt:lpstr>Arial</vt:lpstr>
      <vt:lpstr>Calibri</vt:lpstr>
      <vt:lpstr>Helvetica Neue</vt:lpstr>
      <vt:lpstr>Calibri</vt:lpstr>
      <vt:lpstr>Calibri</vt:lpstr>
      <vt:lpstr>Cambria</vt:lpstr>
      <vt:lpstr>Cambria</vt:lpstr>
      <vt:lpstr>Cambria</vt:lpstr>
      <vt:lpstr>Microsoft YaHei</vt:lpstr>
      <vt:lpstr>汉仪旗黑</vt:lpstr>
      <vt:lpstr>Arial Unicode MS</vt:lpstr>
      <vt:lpstr>苹方-简</vt:lpstr>
      <vt:lpstr>MS PGothic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Keerthan Ande</cp:lastModifiedBy>
  <cp:revision>5</cp:revision>
  <dcterms:created xsi:type="dcterms:W3CDTF">2026-09-12T08:47:07Z</dcterms:created>
  <dcterms:modified xsi:type="dcterms:W3CDTF">2026-09-12T08:47:07Z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1033-12.1.28492.28492</vt:lpwstr>
  </property>
  <property fmtid="{D5CDD505-2E9C-101B-9397-08002B2CF9AE}" pid="3" name="ICV">
    <vt:lpwstr>F81A6D21F790E12B2BB4976A994DFF16_43</vt:lpwstr>
  </property>
</Properties>
</file>